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intro for the landing page — for your review.</a:t>
            </a:r>
          </a:p>
          <a:p/>
          <a:p>
            <a:r>
              <a:t>Where it sits: on the page that links to the game. Agreed with Ali &amp; Anu (28 Jul) that the short intro sits here, and the game itself still opens with the character intro (Meet Orion).</a:t>
            </a:r>
          </a:p>
          <a:p/>
          <a:p>
            <a:r>
              <a:t>Design choices to note: no statistics here (figures stay at the end, per PVAW guidance); warm, non-judgemental, strengths-based; simple English for the EAL audience; and the 1800RESPECT / 000 support line is shown on the landing page too.</a:t>
            </a:r>
          </a:p>
          <a:p/>
          <a:p>
            <a:r>
              <a:t>For your review: does the tone and wording feel right? Full copy (plus a shorter blurb and an even shorter version) is in docs/LANDING_PAGE_INTRO.md.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0000" y="300000"/>
            <a:ext cx="11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 ·    LANDING PAGE  (BEFORE THE GAME)    ·   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000" y="740000"/>
            <a:ext cx="1115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0000" y="850000"/>
            <a:ext cx="1115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1">
                <a:solidFill>
                  <a:srgbClr val="F5EFE2"/>
                </a:solidFill>
                <a:latin typeface="Georgia"/>
              </a:rPr>
              <a:t>A short intro on the landing page — the game itself still opens with the character intro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000" y="1560000"/>
            <a:ext cx="10672000" cy="5060000"/>
          </a:xfrm>
          <a:prstGeom prst="roundRect">
            <a:avLst/>
          </a:prstGeom>
          <a:solidFill>
            <a:srgbClr val="17110A"/>
          </a:solidFill>
          <a:ln w="15875">
            <a:solidFill>
              <a:srgbClr val="F0C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0000" y="1860000"/>
            <a:ext cx="9832000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500" b="1" i="1">
                <a:solidFill>
                  <a:srgbClr val="F5EFE2"/>
                </a:solidFill>
                <a:latin typeface="Georgia"/>
              </a:rPr>
              <a:t>Shaping Change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0" i="1">
                <a:solidFill>
                  <a:srgbClr val="F0C66A"/>
                </a:solidFill>
                <a:latin typeface="Georgia"/>
              </a:rPr>
              <a:t>Building strong roots for safety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350" b="0" i="0">
                <a:solidFill>
                  <a:srgbClr val="F5EFE2"/>
                </a:solidFill>
                <a:latin typeface="Helvetica"/>
              </a:rPr>
              <a:t>Welcome. Shaping Change is a short, reflective activity about building safe and respectful homes.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350" b="0" i="0">
                <a:solidFill>
                  <a:srgbClr val="CFC7B8"/>
                </a:solidFill>
                <a:latin typeface="Helvetica"/>
              </a:rPr>
              <a:t>Starting again in a new country changes many things — work, language, culture, and roles at home. It can bring hope, and also real stress. This activity looks at how those pressures shape the way we feel and act — and how, as leaders in our families and communities, we can respond in healthier ways.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350" b="0" i="0">
                <a:solidFill>
                  <a:srgbClr val="CFC7B8"/>
                </a:solidFill>
                <a:latin typeface="Helvetica"/>
              </a:rPr>
              <a:t>You’ll follow one person’s story and make a few choices. A tree grows alongside the story to show how pressures, beliefs and choices shape family life. There are no right or wrong answers, and no blame — it’s about understanding patterns, and the choices we can make.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0000" y="5080000"/>
            <a:ext cx="98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0C66A"/>
                </a:solidFill>
                <a:latin typeface="Helvetica"/>
              </a:rPr>
              <a:t>WHAT TO EXPECT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F5EFE2"/>
                </a:solidFill>
                <a:latin typeface="Helvetica"/>
              </a:rPr>
              <a:t>About 10–15 minutes, at your own pace     ·     Simple English     ·     Works on phone, tablet or computer     ·     Private — your answers stay on your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0000" y="5740000"/>
            <a:ext cx="2650000" cy="520000"/>
          </a:xfrm>
          <a:prstGeom prst="roundRect">
            <a:avLst/>
          </a:prstGeom>
          <a:solidFill>
            <a:srgbClr val="F0C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2A1F10"/>
                </a:solidFill>
                <a:latin typeface="Helvetica"/>
              </a:rPr>
              <a:t>Start the activity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0000" y="5790000"/>
            <a:ext cx="6972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1">
                <a:solidFill>
                  <a:srgbClr val="CFC7B8"/>
                </a:solidFill>
                <a:latin typeface="Helvetica"/>
              </a:rPr>
              <a:t>Support is always available — 1800RESPECT (1800 737 732), or 000 in an emergency.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Change — Landing Page Intro (for review)</dc:title>
  <dc:subject/>
  <dc:creator>Shaping Change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